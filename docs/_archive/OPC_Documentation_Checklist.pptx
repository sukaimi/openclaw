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6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339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463040"/>
            <a:ext cx="4206240" cy="4206240"/>
          </a:xfrm>
          <a:prstGeom prst="ellipse">
            <a:avLst/>
          </a:prstGeom>
          <a:solidFill>
            <a:srgbClr val="2631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291840" cy="3291840"/>
          </a:xfrm>
          <a:prstGeom prst="ellipse">
            <a:avLst/>
          </a:prstGeom>
          <a:solidFill>
            <a:srgbClr val="263172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ONE-PERSON-COMPANY SUBMISSION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Checklist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an Optimal, Strengthened OPC Showcase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383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Classic → Modern Migration Pipeline  ·  End-to-End Proof of Autonomous, Gated Delivery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5394960"/>
            <a:ext cx="5029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40080" y="5577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Code&amp;Craft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5897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Delivery Pipeline — Documentation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This Checklist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352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96012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235000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971800"/>
            <a:ext cx="271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3383280"/>
            <a:ext cx="271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one URL in → fully autonomous, gated delivery out — with a live, inspectable audit trail.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04360" y="1874520"/>
            <a:ext cx="3352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8"/>
          <p:cNvSpPr/>
          <p:nvPr/>
        </p:nvSpPr>
        <p:spPr>
          <a:xfrm>
            <a:off x="472440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9848" y="235000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24400" y="2971800"/>
            <a:ext cx="271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724400" y="3383280"/>
            <a:ext cx="271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documentation categories, each mapped to a stage of the pipeline — from submission to delivery.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168640" y="1874520"/>
            <a:ext cx="3352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Shape 12"/>
          <p:cNvSpPr/>
          <p:nvPr/>
        </p:nvSpPr>
        <p:spPr>
          <a:xfrm>
            <a:off x="8488680" y="21945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4128" y="235000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88680" y="2971800"/>
            <a:ext cx="271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Sequencing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488680" y="3383280"/>
            <a:ext cx="2712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trust (Kanban + verify gate) before depth (pipeline internals) — reliability first, detail second.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5074920"/>
            <a:ext cx="133502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6"/>
          <p:cNvSpPr/>
          <p:nvPr/>
        </p:nvSpPr>
        <p:spPr>
          <a:xfrm>
            <a:off x="640080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685800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Loop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2231136" y="5074920"/>
            <a:ext cx="133502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5" name="Text 19"/>
          <p:cNvSpPr/>
          <p:nvPr/>
        </p:nvSpPr>
        <p:spPr>
          <a:xfrm>
            <a:off x="2231136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2276856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Trail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822192" y="5074920"/>
            <a:ext cx="133502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8" name="Text 22"/>
          <p:cNvSpPr/>
          <p:nvPr/>
        </p:nvSpPr>
        <p:spPr>
          <a:xfrm>
            <a:off x="3822192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29" name="Text 23"/>
          <p:cNvSpPr/>
          <p:nvPr/>
        </p:nvSpPr>
        <p:spPr>
          <a:xfrm>
            <a:off x="3867912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Internals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5413248" y="5074920"/>
            <a:ext cx="1335024" cy="50292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5"/>
          <p:cNvSpPr/>
          <p:nvPr/>
        </p:nvSpPr>
        <p:spPr>
          <a:xfrm>
            <a:off x="5413248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32" name="Text 26"/>
          <p:cNvSpPr/>
          <p:nvPr/>
        </p:nvSpPr>
        <p:spPr>
          <a:xfrm>
            <a:off x="5458968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Gate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7004304" y="5074920"/>
            <a:ext cx="133502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4" name="Text 28"/>
          <p:cNvSpPr/>
          <p:nvPr/>
        </p:nvSpPr>
        <p:spPr>
          <a:xfrm>
            <a:off x="7004304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7050024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8595360" y="5074920"/>
            <a:ext cx="133502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31"/>
          <p:cNvSpPr/>
          <p:nvPr/>
        </p:nvSpPr>
        <p:spPr>
          <a:xfrm>
            <a:off x="8595360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8" name="Text 32"/>
          <p:cNvSpPr/>
          <p:nvPr/>
        </p:nvSpPr>
        <p:spPr>
          <a:xfrm>
            <a:off x="8641080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10186416" y="5074920"/>
            <a:ext cx="1335024" cy="502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0" name="Text 34"/>
          <p:cNvSpPr/>
          <p:nvPr/>
        </p:nvSpPr>
        <p:spPr>
          <a:xfrm>
            <a:off x="10186416" y="5111496"/>
            <a:ext cx="1335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10232136" y="525780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 → Outcome Loop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proof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43891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or recording of the intake form submission (source URL entry)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355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03580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AI-generated audit output — what it derived from the source site unprompted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233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7856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the Confirm-or-Call clarification screen (assumption / quick-fact / ambiguity split)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77316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45920" y="4535424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of the signed-off locked brief</a:t>
            </a:r>
            <a:endParaRPr lang="en-US" sz="15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5522976"/>
            <a:ext cx="237744" cy="237744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645920" y="5285232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log: submission → JOB card creation (proves auto-provisioning, not manual)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Kanban Trail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autonomy + traceability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288950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sequence of the card moving through every stage (Ready → building → Closed)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355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03580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screenshot of a Teams/Telegram progress ping tied to a specific stage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233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7856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on each stage transition — use these to compute total build time as a real, quotable metric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Pipeline Internals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technical depth, not a black box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288950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annotated diagram of the 17-stage pipeline, submission through closeout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355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03580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example of the page-scoring / tiering output (T1 / T2 / T3 with real page names)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233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7856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example of an exception or failure logged non-fatally — proves resilience, not just the happy path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 — THE DIFFERENTIATOR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Verify Gate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strongest evidence — don’t undersell this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2889504"/>
          </a:xfrm>
          <a:prstGeom prst="rect">
            <a:avLst/>
          </a:prstGeom>
          <a:solidFill>
            <a:srgbClr val="26317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before/after diff showing the gate catching a real mismatch (source vs. built)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355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03580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of a PASS verdict artifact (e.g. qa-verdict json or equivalent)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233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7856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pipeline’s exception log, shown alongside the PASS — proves the gate is load-bearing, not decorative</a:t>
            </a:r>
            <a:endParaRPr lang="en-US" sz="1500" dirty="0"/>
          </a:p>
        </p:txBody>
      </p:sp>
      <p:sp>
        <p:nvSpPr>
          <p:cNvPr id="14" name="Shape 8"/>
          <p:cNvSpPr/>
          <p:nvPr/>
        </p:nvSpPr>
        <p:spPr>
          <a:xfrm>
            <a:off x="640080" y="5221224"/>
            <a:ext cx="10881360" cy="86868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Text 9"/>
          <p:cNvSpPr/>
          <p:nvPr/>
        </p:nvSpPr>
        <p:spPr>
          <a:xfrm>
            <a:off x="1005840" y="5221224"/>
            <a:ext cx="10149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agent cannot self-mark a job complete.”</a:t>
            </a:r>
            <a:endParaRPr lang="en-US" sz="1900" dirty="0"/>
          </a:p>
        </p:txBody>
      </p:sp>
      <p:sp>
        <p:nvSpPr>
          <p:cNvPr id="16" name="Text 10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Proves it ships something real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363931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before/after: classic site vs. the modern rebuilt site, side by side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355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03580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3-sheet Content Tracker xlsx — show one real sheet, not a mockup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233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7856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handover summary report (migrated / exceptions / tier breakdown)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773168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45920" y="4535424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client-facing completion email or notification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17" name="Text 10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Business-Viability Framing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OPC panels actually weigh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2889504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523744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unit economics — e.g. “1 operator, N sites in parallel, X hrs human time vs. Y hrs agency-manual”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73552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3035808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statement of the operator-gated build — deliberate human-in-the-loop control, not reckless automation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2336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785616"/>
            <a:ext cx="9372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“what happens when it fails” section — pre-empts the question before a judge asks it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704088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28800" y="4754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828800" y="7772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Format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8288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E4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evidence should ship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10881360" cy="276148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4140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286000"/>
            <a:ext cx="9372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E2E demo video (2–4 min) — timestamped, sped up between stages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94436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45920" y="2816352"/>
            <a:ext cx="9372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architecture diagram — single page, not a wall of text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474720"/>
            <a:ext cx="237744" cy="237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645920" y="3346704"/>
            <a:ext cx="9372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case study: Problem → Trigger → Autonomous Process → Verify Gate → Outcome → Metrics</a:t>
            </a:r>
            <a:endParaRPr lang="en-US" sz="15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005072"/>
            <a:ext cx="237744" cy="23774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45920" y="3877056"/>
            <a:ext cx="9372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logs / JSON in an appendix only — for judges who want to verify claims, not the lead evidence</a:t>
            </a:r>
            <a:endParaRPr lang="en-US" sz="1500" dirty="0"/>
          </a:p>
        </p:txBody>
      </p:sp>
      <p:sp>
        <p:nvSpPr>
          <p:cNvPr id="16" name="Shape 9"/>
          <p:cNvSpPr/>
          <p:nvPr/>
        </p:nvSpPr>
        <p:spPr>
          <a:xfrm>
            <a:off x="640080" y="5001768"/>
            <a:ext cx="10881360" cy="11887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413248"/>
            <a:ext cx="365760" cy="36576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508760" y="5001768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tip: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Kanban + verify-gate proof (autonomy + trustworthiness) before the pipeline internals (technical depth) — panels weigh “does this work unattended” over implementation detail.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 Documentation Checklist</a:t>
            </a:r>
            <a:endParaRPr lang="en-US" sz="1000" dirty="0"/>
          </a:p>
        </p:txBody>
      </p:sp>
      <p:sp>
        <p:nvSpPr>
          <p:cNvPr id="20" name="Text 12"/>
          <p:cNvSpPr/>
          <p:nvPr/>
        </p:nvSpPr>
        <p:spPr>
          <a:xfrm>
            <a:off x="9692640" y="6355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690</Words>
  <Application>Microsoft Macintosh PowerPoint</Application>
  <PresentationFormat>Widescreen</PresentationFormat>
  <Paragraphs>101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OPC Submission — Documentation Checklist</dc:title>
  <dc:subject>PptxGenJS Presentation</dc:subject>
  <dc:creator>Code &amp; Craft</dc:creator>
  <cp:lastModifiedBy>Sukaimi Sukri</cp:lastModifiedBy>
  <cp:revision>2</cp:revision>
  <dcterms:created xsi:type="dcterms:W3CDTF">2026-07-12T02:08:43Z</dcterms:created>
  <dcterms:modified xsi:type="dcterms:W3CDTF">2026-07-12T02:30:11Z</dcterms:modified>
</cp:coreProperties>
</file>